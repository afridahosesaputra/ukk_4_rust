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0369A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UKK RPL 2025/2026 • PAKET 4 (KM25.4.1.1)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LIBPRO DIGITAL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Perpustakaan Digital Sekolah &amp; Sirkulasi Peminjaman Buku Berbasis Rust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Fitur Unggulan: Katalog Buku &amp; Filter Kategori  •  Sirkulasi Peminjaman Siswa  •  Otomatisasi Hitung Denda Keterlambatan  •  Manajemen Sesi Token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Data: perpustakaan_ukk (5 Tabel Ternormalisasi 3NF) | Engine: MySQL InnoDB / SQLite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Perancangan Basis Data (ERD)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Diagram Relasi Entitas (MySQL Workbench Style) • 5 Tabel Ternormalisasi 3NF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LIBPRO DIGITAL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097280"/>
            <a:ext cx="7717536" cy="3328416"/>
          </a:xfrm>
          <a:prstGeom prst="roundRect">
            <a:avLst>
              <a:gd name="adj" fmla="val 2198"/>
            </a:avLst>
          </a:prstGeom>
          <a:solidFill>
            <a:srgbClr val="050A18"/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7" name="Image 0" descr="D:\belajar ukk rust\ukk4\assets\erd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15568"/>
            <a:ext cx="768096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Kardinalitas 1 : N (One-to-Many) • Foreign Key Cascade Integritas • Normalisasi 3NF (Bebas Redundansi) • MySQL InnoDB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Kamus Data &amp; Spesifikasi ERD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Tabel, Tipe Kolom, &amp; Kunci Integritas Relasional Sesuai Standar UKK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LIBPRO DIGITAL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nis_nip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password_hash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full_name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(admin/siswa)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class_name (VARCHAR)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transactions &amp; user_tokens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55848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(TIMESTAMP)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47288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books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80176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1616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isbn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/ total_stock 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shelf_location (VARCHAR)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1616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transactions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788920"/>
            <a:ext cx="24231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transaction_code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borrow_date / due_date (DATE)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(borrowed/returned/overdue)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fine_amount (DECIMAL)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Sirkulasi Transaksi Buku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55848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278892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user_tokens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7288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(PK, 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(TIMESTAMP)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47288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N : 1 ke users (Autentikasi Sesi)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0176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0176" y="278892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book_stats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71616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book_id 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total_borrowed 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last_borrowed (TIMESTAMP)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71616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Analitik Peminjaman Buku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Standar Integritas: Validasi Tipe Data Strict, Foreign Key Constraints, Indeks Pencarian Efisien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Pembuktian Normalisasi &amp; Integritas Basis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Data Bebas Redundansi (1NF, 2NF, 3NF) &amp; Aturan Relasional ACID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LIBPRO DIGITAL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1: First Normal Form (1NF)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Setiap atribut tabel bernilai atomik (tidak ada multivalue/kolom array gabungan).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Setiap baris data memiliki Primary Key unik (AUTO_INCREMENT / UUID).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Tidak ada duplikasi record data di seluruh entitas tabel.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2: Second Normal Form (2NF)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Telah memenuhi seluruh kriteria normalisasi 1NF.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atribut non-kunci bergantung secara fungsional penuh pada Primary Key.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Menghilangkan ketergantungan parsial dengan memecah relasi menjadi entitas mandiri.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0176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7336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3: Third Normal Form (3NF)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17336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Telah memenuhi seluruh kriteria normalisasi 2NF.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Bebas dari ketergantungan transitif (tidak ada atribut non-kunci bergantung pada atribut non-kunci lain).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kalkulasi &amp; deskripsi turunan tidak disimpan ganda guna menjaga integritas.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Siap untuk Pengujian Asesor UKK: Query Bebas Anomali Insert, Update, dan Delete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UKK 4 - Perpustakaan Digital</dc:title>
  <dc:subject>PptxGenJS Presentation</dc:subject>
  <dc:creator>Siswa RPL SMK - UKK 2025/2026</dc:creator>
  <cp:lastModifiedBy>Siswa RPL SMK - UKK 2025/2026</cp:lastModifiedBy>
  <cp:revision>1</cp:revision>
  <dcterms:created xsi:type="dcterms:W3CDTF">2026-09-22T08:42:30Z</dcterms:created>
  <dcterms:modified xsi:type="dcterms:W3CDTF">2026-09-22T08:42:30Z</dcterms:modified>
</cp:coreProperties>
</file>